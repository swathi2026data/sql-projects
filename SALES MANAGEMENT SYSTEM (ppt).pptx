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8" autoAdjust="0"/>
    <p:restoredTop sz="94660"/>
  </p:normalViewPr>
  <p:slideViewPr>
    <p:cSldViewPr snapToGrid="0">
      <p:cViewPr varScale="1">
        <p:scale>
          <a:sx n="84" d="100"/>
          <a:sy n="84" d="100"/>
        </p:scale>
        <p:origin x="5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8B50F-36CD-2F6D-AA1C-C7E0996E5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243" y="1274619"/>
            <a:ext cx="8596668" cy="1320800"/>
          </a:xfrm>
        </p:spPr>
        <p:txBody>
          <a:bodyPr/>
          <a:lstStyle/>
          <a:p>
            <a:pPr algn="ctr"/>
            <a:r>
              <a:rPr lang="en-US" dirty="0"/>
              <a:t>SALES MANAGEMENT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38156-1541-6655-B3B7-12CF8A135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352" y="2700482"/>
            <a:ext cx="5598775" cy="1860693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b="1" dirty="0"/>
              <a:t>                                                                                                                                       </a:t>
            </a:r>
            <a:r>
              <a:rPr lang="en-US" sz="2200" b="1" dirty="0"/>
              <a:t>Submitted by:</a:t>
            </a:r>
            <a:r>
              <a:rPr lang="en-US" sz="2200" dirty="0"/>
              <a:t> </a:t>
            </a:r>
            <a:r>
              <a:rPr lang="en-US" sz="2400" dirty="0"/>
              <a:t>Swathi Vimala</a:t>
            </a:r>
            <a:endParaRPr lang="en-US" sz="2200" dirty="0"/>
          </a:p>
          <a:p>
            <a:pPr marL="0" indent="0" algn="ctr">
              <a:buNone/>
            </a:pPr>
            <a:br>
              <a:rPr lang="en-US" sz="2200" dirty="0"/>
            </a:br>
            <a:r>
              <a:rPr lang="en-US" sz="2200" dirty="0"/>
              <a:t>       </a:t>
            </a:r>
            <a:r>
              <a:rPr lang="en-US" sz="2200" b="1" dirty="0"/>
              <a:t>Course:</a:t>
            </a:r>
            <a:r>
              <a:rPr lang="en-US" sz="2200" dirty="0"/>
              <a:t> Data Analyst / SQL</a:t>
            </a:r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b="1" dirty="0"/>
              <a:t>Year:</a:t>
            </a:r>
            <a:r>
              <a:rPr lang="en-US" sz="2200" dirty="0"/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1867562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8136E-6509-65A2-C702-4FEE8B45E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Customers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2B142-0282-E038-DEF9-10B188919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455" y="1439917"/>
            <a:ext cx="8811547" cy="4601445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 SELECT * FROM customers;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F344E2-8206-76E5-D30E-401125863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066911"/>
            <a:ext cx="8003230" cy="4292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957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21E46-D3EC-5AA3-89FD-4B6C6567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4345"/>
          </a:xfrm>
        </p:spPr>
        <p:txBody>
          <a:bodyPr/>
          <a:lstStyle/>
          <a:p>
            <a:pPr algn="ctr"/>
            <a:r>
              <a:rPr lang="en-US"/>
              <a:t>Products List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A6393-5ECB-0197-236A-7F6E86514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31373"/>
            <a:ext cx="8596668" cy="4409989"/>
          </a:xfrm>
        </p:spPr>
        <p:txBody>
          <a:bodyPr/>
          <a:lstStyle/>
          <a:p>
            <a:pPr marL="457200" lvl="1" indent="0">
              <a:buNone/>
            </a:pPr>
            <a:r>
              <a:rPr lang="en-US" dirty="0"/>
              <a:t>SELECT * FROM products;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55E9AF-93B6-8B70-AEBE-5D335157E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876" y="2244922"/>
            <a:ext cx="7486351" cy="3777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383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E2749-9DB8-56D9-7B23-E5A83E89A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45127"/>
          </a:xfrm>
        </p:spPr>
        <p:txBody>
          <a:bodyPr/>
          <a:lstStyle/>
          <a:p>
            <a:pPr algn="ctr"/>
            <a:r>
              <a:rPr lang="en-US" dirty="0"/>
              <a:t>Orders Table 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BA7E8-9CF5-16F1-CCDE-F12CFE4AA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54727"/>
            <a:ext cx="8596668" cy="458663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SELECT * FROM orders;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D03971-AE06-FCB1-534B-47577B221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239" y="1943617"/>
            <a:ext cx="7646858" cy="409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141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75B64-208E-3DB2-ECB1-EFC607441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00991"/>
          </a:xfrm>
        </p:spPr>
        <p:txBody>
          <a:bodyPr/>
          <a:lstStyle/>
          <a:p>
            <a:pPr algn="ctr"/>
            <a:r>
              <a:rPr lang="en-US" dirty="0"/>
              <a:t>Payments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04249-0276-8B29-D4D2-E65B64EF8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10591"/>
            <a:ext cx="8596668" cy="443077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SELECT * FROM payments;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35AAF8-4260-D1EC-63F2-62ABACA44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82" y="2084348"/>
            <a:ext cx="7868371" cy="441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614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F4001-7C82-9D65-ADFC-BE9E724B5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Total Sales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6A394-F2C3-DA48-780F-E348E26F9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5901"/>
            <a:ext cx="8596668" cy="455546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SELECT SUM(amount) AS </a:t>
            </a:r>
            <a:r>
              <a:rPr lang="en-US" dirty="0" err="1"/>
              <a:t>total_sales</a:t>
            </a:r>
            <a:r>
              <a:rPr lang="en-US" dirty="0"/>
              <a:t> FROM payments;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1DCBF9-08EE-1882-E0EB-640ABC559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500" y="1930401"/>
            <a:ext cx="7952945" cy="430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741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FE431-0440-A703-DFFD-D4DE91565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196" y="630621"/>
            <a:ext cx="8596668" cy="1320800"/>
          </a:xfrm>
        </p:spPr>
        <p:txBody>
          <a:bodyPr anchor="t">
            <a:normAutofit/>
          </a:bodyPr>
          <a:lstStyle/>
          <a:p>
            <a:pPr algn="ctr"/>
            <a:r>
              <a:rPr lang="en-US" dirty="0"/>
              <a:t>Daily Sales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D0D365-1D1E-0EE0-9DBB-CCDD383C3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780" y="2190743"/>
            <a:ext cx="6484873" cy="345319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73D08-F586-F30F-C4B1-CD745FB19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4653" y="2346606"/>
            <a:ext cx="2927185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SELECT </a:t>
            </a:r>
            <a:r>
              <a:rPr lang="en-US" sz="1500" dirty="0" err="1"/>
              <a:t>payment_date</a:t>
            </a:r>
            <a:r>
              <a:rPr lang="en-US" sz="1500" dirty="0"/>
              <a:t>, SUM(amount) AS </a:t>
            </a:r>
            <a:r>
              <a:rPr lang="en-US" sz="1500" dirty="0" err="1"/>
              <a:t>daily_sales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/>
              <a:t>FROM payments</a:t>
            </a:r>
          </a:p>
          <a:p>
            <a:pPr marL="0" indent="0">
              <a:buNone/>
            </a:pPr>
            <a:r>
              <a:rPr lang="en-US" sz="1500" dirty="0"/>
              <a:t>GROUP BY </a:t>
            </a:r>
            <a:r>
              <a:rPr lang="en-US" sz="1500" dirty="0" err="1"/>
              <a:t>payment_date</a:t>
            </a:r>
            <a:r>
              <a:rPr lang="en-US" sz="1500" dirty="0"/>
              <a:t>;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623832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EE94D-1069-89D1-D943-D0A0EB3EB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US" dirty="0"/>
              <a:t>Best Selling Products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E261DB-6C41-967A-FED4-EBD3E698C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71" y="2207173"/>
            <a:ext cx="6589441" cy="355829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E7683-F305-0601-4926-C98734330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7377" y="2396359"/>
            <a:ext cx="2927185" cy="3852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SELECT </a:t>
            </a:r>
            <a:r>
              <a:rPr lang="en-US" sz="1500" dirty="0" err="1"/>
              <a:t>p.product_name</a:t>
            </a:r>
            <a:r>
              <a:rPr lang="en-US" sz="1500" dirty="0"/>
              <a:t>, SUM(</a:t>
            </a:r>
            <a:r>
              <a:rPr lang="en-US" sz="1500" dirty="0" err="1"/>
              <a:t>od.quantity</a:t>
            </a:r>
            <a:r>
              <a:rPr lang="en-US" sz="1500" dirty="0"/>
              <a:t>) AS </a:t>
            </a:r>
            <a:r>
              <a:rPr lang="en-US" sz="1500" dirty="0" err="1"/>
              <a:t>total_sold</a:t>
            </a:r>
            <a:endParaRPr lang="en-US" sz="1500" dirty="0"/>
          </a:p>
          <a:p>
            <a:pPr marL="0" indent="0">
              <a:buNone/>
            </a:pPr>
            <a:r>
              <a:rPr lang="en-US" sz="1500" dirty="0"/>
              <a:t>FROM </a:t>
            </a:r>
            <a:r>
              <a:rPr lang="en-US" sz="1500" dirty="0" err="1"/>
              <a:t>order_details</a:t>
            </a:r>
            <a:r>
              <a:rPr lang="en-US" sz="1500" dirty="0"/>
              <a:t> od</a:t>
            </a:r>
          </a:p>
          <a:p>
            <a:pPr marL="0" indent="0">
              <a:buNone/>
            </a:pPr>
            <a:r>
              <a:rPr lang="en-US" sz="1500" dirty="0"/>
              <a:t>JOIN products p ON </a:t>
            </a:r>
            <a:r>
              <a:rPr lang="en-US" sz="1500" dirty="0" err="1"/>
              <a:t>od.product_id</a:t>
            </a:r>
            <a:r>
              <a:rPr lang="en-US" sz="1500" dirty="0"/>
              <a:t> = </a:t>
            </a:r>
            <a:r>
              <a:rPr lang="en-US" sz="1500" dirty="0" err="1"/>
              <a:t>p.product_id</a:t>
            </a:r>
            <a:endParaRPr lang="en-US" sz="1500" dirty="0"/>
          </a:p>
          <a:p>
            <a:pPr marL="0" indent="0">
              <a:buNone/>
            </a:pPr>
            <a:r>
              <a:rPr lang="en-US" sz="1500" dirty="0"/>
              <a:t>GROUP BY </a:t>
            </a:r>
            <a:r>
              <a:rPr lang="en-US" sz="1500" dirty="0" err="1"/>
              <a:t>p.product_name</a:t>
            </a:r>
            <a:endParaRPr lang="en-US" sz="1500" dirty="0"/>
          </a:p>
          <a:p>
            <a:pPr marL="0" indent="0">
              <a:buNone/>
            </a:pPr>
            <a:r>
              <a:rPr lang="en-US" sz="1500" dirty="0"/>
              <a:t>ORDER BY </a:t>
            </a:r>
            <a:r>
              <a:rPr lang="en-US" sz="1500" dirty="0" err="1"/>
              <a:t>total_sold</a:t>
            </a:r>
            <a:r>
              <a:rPr lang="en-US" sz="1500" dirty="0"/>
              <a:t> DESC;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707106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52F9D-E4A7-CC91-0404-89B84A7AE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US"/>
              <a:t>Customer Wise Sales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FCC3D2-F6E8-8061-76E2-30F129954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474" y="2159330"/>
            <a:ext cx="5283289" cy="344268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F3CD5-4F43-BA49-C682-6A01CD02D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6039" y="2160589"/>
            <a:ext cx="2927185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SELECT c.name, SUM(</a:t>
            </a:r>
            <a:r>
              <a:rPr lang="en-US" sz="1500" dirty="0" err="1"/>
              <a:t>p.amount</a:t>
            </a:r>
            <a:r>
              <a:rPr lang="en-US" sz="1500" dirty="0"/>
              <a:t>) AS </a:t>
            </a:r>
            <a:r>
              <a:rPr lang="en-US" sz="1500" dirty="0" err="1"/>
              <a:t>total_spent</a:t>
            </a:r>
            <a:endParaRPr lang="en-US" sz="1500" dirty="0"/>
          </a:p>
          <a:p>
            <a:pPr marL="0" indent="0">
              <a:buNone/>
            </a:pPr>
            <a:r>
              <a:rPr lang="en-US" sz="1500" dirty="0"/>
              <a:t>FROM customers c</a:t>
            </a:r>
          </a:p>
          <a:p>
            <a:pPr marL="0" indent="0">
              <a:buNone/>
            </a:pPr>
            <a:r>
              <a:rPr lang="en-US" sz="1500" dirty="0"/>
              <a:t>JOIN orders o ON </a:t>
            </a:r>
            <a:r>
              <a:rPr lang="en-US" sz="1500" dirty="0" err="1"/>
              <a:t>c.customer_id</a:t>
            </a:r>
            <a:r>
              <a:rPr lang="en-US" sz="1500" dirty="0"/>
              <a:t> = </a:t>
            </a:r>
            <a:r>
              <a:rPr lang="en-US" sz="1500" dirty="0" err="1"/>
              <a:t>o.customer_id</a:t>
            </a:r>
            <a:endParaRPr lang="en-US" sz="1500" dirty="0"/>
          </a:p>
          <a:p>
            <a:pPr marL="0" indent="0">
              <a:buNone/>
            </a:pPr>
            <a:r>
              <a:rPr lang="en-US" sz="1500" dirty="0"/>
              <a:t>JOIN payments p ON </a:t>
            </a:r>
            <a:r>
              <a:rPr lang="en-US" sz="1500" dirty="0" err="1"/>
              <a:t>o.order_id</a:t>
            </a:r>
            <a:r>
              <a:rPr lang="en-US" sz="1500" dirty="0"/>
              <a:t> = </a:t>
            </a:r>
            <a:r>
              <a:rPr lang="en-US" sz="1500" dirty="0" err="1"/>
              <a:t>p.order_id</a:t>
            </a:r>
            <a:endParaRPr lang="en-US" sz="1500" dirty="0"/>
          </a:p>
          <a:p>
            <a:pPr marL="0" indent="0">
              <a:buNone/>
            </a:pPr>
            <a:r>
              <a:rPr lang="en-US" sz="1500" dirty="0"/>
              <a:t>GROUP BY c.name;</a:t>
            </a:r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732688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4FE92-10E7-2B2F-EE7F-B3B97E052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US" dirty="0"/>
              <a:t>Order Full Details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13AD9E-7F8B-7427-5117-909E2DA90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432600"/>
            <a:ext cx="5570519" cy="2980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75EAA-2E15-DCC8-60B9-7AC2047AF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6039" y="2160589"/>
            <a:ext cx="2927185" cy="3880773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900"/>
              <a:t>SELECT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900"/>
              <a:t>o.order_id,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900"/>
              <a:t>o.order_date,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900"/>
              <a:t>c.name AS customer_name,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900"/>
              <a:t>c.city,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900"/>
              <a:t>pr.product_name,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900"/>
              <a:t>od.quantity,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900"/>
              <a:t>pr.price,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900"/>
              <a:t>(od.quantity * pr.price) AS total_price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900"/>
              <a:t>FROM orders o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900"/>
              <a:t>JOIN customers c ON o.customer_id = c.customer_id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900"/>
              <a:t>JOIN order_details od ON o.order_id = od.order_id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900"/>
              <a:t>JOIN products pr ON od.product_id = pr.product_id;</a:t>
            </a:r>
          </a:p>
          <a:p>
            <a:pPr>
              <a:lnSpc>
                <a:spcPct val="90000"/>
              </a:lnSpc>
            </a:pP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36705264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28</TotalTime>
  <Words>304</Words>
  <Application>Microsoft Office PowerPoint</Application>
  <PresentationFormat>Widescreen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SALES MANAGEMENT SYSTEM</vt:lpstr>
      <vt:lpstr>Customers Data</vt:lpstr>
      <vt:lpstr>Products List</vt:lpstr>
      <vt:lpstr>Orders Table  </vt:lpstr>
      <vt:lpstr>Payments Details</vt:lpstr>
      <vt:lpstr>Total Sales</vt:lpstr>
      <vt:lpstr>Daily Sales</vt:lpstr>
      <vt:lpstr>Best Selling Products</vt:lpstr>
      <vt:lpstr>Customer Wise Sales</vt:lpstr>
      <vt:lpstr>Order Full Details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SWATHI VIMALA</dc:creator>
  <cp:lastModifiedBy>S0439343</cp:lastModifiedBy>
  <cp:revision>2</cp:revision>
  <dcterms:created xsi:type="dcterms:W3CDTF">2026-02-06T06:08:42Z</dcterms:created>
  <dcterms:modified xsi:type="dcterms:W3CDTF">2026-10-14T04:55:55Z</dcterms:modified>
</cp:coreProperties>
</file>