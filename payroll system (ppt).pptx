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9" r:id="rId2"/>
    <p:sldId id="267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" d="100"/>
          <a:sy n="10" d="100"/>
        </p:scale>
        <p:origin x="3470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1ADD3-4939-BD5D-AE58-82C708B8F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3638" y="2067791"/>
            <a:ext cx="9422679" cy="3377046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Submitted by:</a:t>
            </a:r>
            <a:r>
              <a:rPr lang="en-US" dirty="0"/>
              <a:t> Swathi Vimala</a:t>
            </a:r>
          </a:p>
          <a:p>
            <a:pPr marL="0" indent="0" algn="ctr">
              <a:buNone/>
            </a:pPr>
            <a:br>
              <a:rPr lang="en-US" dirty="0"/>
            </a:br>
            <a:r>
              <a:rPr lang="en-US" dirty="0"/>
              <a:t>       </a:t>
            </a:r>
            <a:r>
              <a:rPr lang="en-US" b="1" dirty="0"/>
              <a:t>Course:</a:t>
            </a:r>
            <a:r>
              <a:rPr lang="en-US" dirty="0"/>
              <a:t> Data analyst / SQL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Year:</a:t>
            </a:r>
            <a:r>
              <a:rPr lang="en-US" dirty="0"/>
              <a:t>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94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F99E1-5A5F-64BC-275F-502CF8437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sz="2500" dirty="0"/>
              <a:t>CREATE DATA BASE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220EE-247C-45A4-A306-5189A5E73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/>
              <a:t>How do you create a database for the Payroll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D6CF3-37B0-BD09-0106-E78073377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432460"/>
            <a:ext cx="6953577" cy="3668012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17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9AC6A7-9EBF-124B-C3EF-EE6F3E212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 fontScale="90000"/>
          </a:bodyPr>
          <a:lstStyle/>
          <a:p>
            <a:r>
              <a:rPr lang="en-US" dirty="0"/>
              <a:t>USE PAYROLL_SYSTEM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B9C3FD-A734-33F6-3900-002F1F4B6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/>
              <a:t>How do you select the Payroll database for usage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329F3F-7A09-D001-FA9D-9FF9530C2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389001"/>
            <a:ext cx="6953577" cy="3754931"/>
          </a:xfrm>
          <a:prstGeom prst="rect">
            <a:avLst/>
          </a:prstGeom>
        </p:spPr>
      </p:pic>
      <p:sp>
        <p:nvSpPr>
          <p:cNvPr id="16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01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8A536-3070-2564-2135-EF11530C0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/>
              <a:t>Employees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A9804-B93B-CF8C-A8AB-F781F04F1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/>
              <a:t> How do you display all employee records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D7B67D-722D-94AE-1D53-46055316D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458536"/>
            <a:ext cx="6953577" cy="3615860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26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A26D3B-8A7E-682B-510B-516DB12DB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attendance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38332-7686-1030-1336-D85CED378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/>
              <a:t>How do you view employee attendance details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8110CA-8FB4-B696-536B-0CACAA34D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406384"/>
            <a:ext cx="6953577" cy="3720164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95D4D-7E1E-26DC-918D-23E25C688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leaves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740E6-52CC-618A-42E4-4A52079A0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/>
              <a:t>How do you view employee leave records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5ECC5-9EB6-C841-1EF0-6CB6A2DC1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397693"/>
            <a:ext cx="6953577" cy="3737547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37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7258B6-5690-E575-E1DF-41F5DC676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TOTAL SALARY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E2E51-EB4D-3CEC-5BB4-12ED4F4C2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/>
              <a:t>How do you calculate the total salary of each employee based on attendance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B202EC-7BA5-313F-3878-7AD2760B6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406384"/>
            <a:ext cx="6953577" cy="3720164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1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6D296-F1EA-293F-006F-EAF77CB33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DEPT SALARY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081A2-9A68-31E3-7F61-E2793CE38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/>
              <a:t>How do you calculate daily salary cost for each department?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88C0C6-D670-5F4E-00DC-410DBD3BB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415077"/>
            <a:ext cx="6953577" cy="3702779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37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6D37E-9554-5746-7DD3-ACAFBF88A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 HOW MANY DAYS WORKED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3D146-498E-DB21-C5FD-445DE2433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/>
              <a:t>How do you find how many days each employee has worked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A78211-951F-73FB-347D-290C73975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432460"/>
            <a:ext cx="6953577" cy="3668012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74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8D4B02-3484-C3C8-A452-3CD3A48E9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ABSENT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C1346-9BB6-F085-4407-35DA00B2B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/>
              <a:t>How do you list employees who were absent along with the 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97283F-7C88-7C5E-310D-638613FD1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371617"/>
            <a:ext cx="6953577" cy="3789699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2640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</TotalTime>
  <Words>125</Words>
  <Application>Microsoft Office PowerPoint</Application>
  <PresentationFormat>Widescreen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PowerPoint Presentation</vt:lpstr>
      <vt:lpstr>CREATE DATA BASE</vt:lpstr>
      <vt:lpstr>USE PAYROLL_SYSTEM</vt:lpstr>
      <vt:lpstr>Employees</vt:lpstr>
      <vt:lpstr>attendance</vt:lpstr>
      <vt:lpstr>leaves</vt:lpstr>
      <vt:lpstr>TOTAL SALARY</vt:lpstr>
      <vt:lpstr>DEPT SALARY</vt:lpstr>
      <vt:lpstr> HOW MANY DAYS WORKED</vt:lpstr>
      <vt:lpstr>ABSENT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SWATHI VIMALA</dc:creator>
  <cp:lastModifiedBy>S0439343</cp:lastModifiedBy>
  <cp:revision>2</cp:revision>
  <dcterms:created xsi:type="dcterms:W3CDTF">2026-02-06T06:51:19Z</dcterms:created>
  <dcterms:modified xsi:type="dcterms:W3CDTF">2026-10-14T04:54:31Z</dcterms:modified>
</cp:coreProperties>
</file>