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8A09-E993-CBBA-A0C1-456BCBACA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579418"/>
            <a:ext cx="8915399" cy="3197963"/>
          </a:xfrm>
        </p:spPr>
        <p:txBody>
          <a:bodyPr>
            <a:noAutofit/>
          </a:bodyPr>
          <a:lstStyle/>
          <a:p>
            <a:r>
              <a:rPr lang="en-US" sz="3000" b="1" dirty="0"/>
              <a:t>       Submitted by:</a:t>
            </a:r>
            <a:r>
              <a:rPr lang="en-US" sz="3000" dirty="0"/>
              <a:t> </a:t>
            </a:r>
            <a:r>
              <a:rPr lang="en-US" sz="3200" dirty="0"/>
              <a:t>Swathi Vimala</a:t>
            </a:r>
            <a:br>
              <a:rPr lang="en-US" sz="3000" dirty="0"/>
            </a:br>
            <a:br>
              <a:rPr lang="en-US" sz="3000" dirty="0"/>
            </a:br>
            <a:r>
              <a:rPr lang="en-US" sz="3000" dirty="0"/>
              <a:t>       </a:t>
            </a:r>
            <a:r>
              <a:rPr lang="en-US" sz="3000" b="1" dirty="0"/>
              <a:t>Course:</a:t>
            </a:r>
            <a:r>
              <a:rPr lang="en-US" sz="3000" dirty="0"/>
              <a:t> Data Analyst / SQL</a:t>
            </a:r>
            <a:br>
              <a:rPr lang="en-US" sz="3000" dirty="0"/>
            </a:br>
            <a:br>
              <a:rPr lang="en-US" sz="3000" dirty="0"/>
            </a:br>
            <a:r>
              <a:rPr lang="en-US" sz="3000" dirty="0"/>
              <a:t>       </a:t>
            </a:r>
            <a:r>
              <a:rPr lang="en-US" sz="3000" b="1" dirty="0"/>
              <a:t>Year:</a:t>
            </a:r>
            <a:r>
              <a:rPr lang="en-US" sz="3000" dirty="0"/>
              <a:t> 2026</a:t>
            </a:r>
            <a:br>
              <a:rPr lang="en-US" sz="3000" dirty="0"/>
            </a:b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59575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5BB7-BC43-854B-F0FE-3EF86580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Ticket Management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EEA6B-0D3F-656F-132F-005A11906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sz="2600" dirty="0"/>
              <a:t>In this project, I built a Ticket Management System to handle customer complaints, assign agents, and track ticket status using SQL.</a:t>
            </a:r>
          </a:p>
        </p:txBody>
      </p:sp>
    </p:spTree>
    <p:extLst>
      <p:ext uri="{BB962C8B-B14F-4D97-AF65-F5344CB8AC3E}">
        <p14:creationId xmlns:p14="http://schemas.microsoft.com/office/powerpoint/2010/main" val="375733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8024-56D6-E2E0-9A35-8BAD8CD3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Ticket Management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5DC2-342B-0A61-3916-22635BAD9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“Companies receive many customer issues daily. Managing those manually is difficult. So we created a database system to store customer details, issues, agents, and ticket status.”</a:t>
            </a:r>
          </a:p>
        </p:txBody>
      </p:sp>
    </p:spTree>
    <p:extLst>
      <p:ext uri="{BB962C8B-B14F-4D97-AF65-F5344CB8AC3E}">
        <p14:creationId xmlns:p14="http://schemas.microsoft.com/office/powerpoint/2010/main" val="364198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4547-310C-B3B8-99B5-24373B587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 dirty="0"/>
              <a:t>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C974-9A6E-AEF6-7F64-2048912C4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57" y="19050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“Customer table stores name and email.</a:t>
            </a:r>
            <a:br>
              <a:rPr lang="en-US" sz="1600" dirty="0">
                <a:solidFill>
                  <a:srgbClr val="000000"/>
                </a:solidFill>
              </a:rPr>
            </a:b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F6EE6-7C5C-2987-99F3-B9F8539DA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761" y="2909453"/>
            <a:ext cx="6107011" cy="322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A429B-1401-3ABF-B9E5-21EFA1AB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A4E2-285B-D495-01DA-24927CAC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 dirty="0"/>
              <a:t>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6FBA-9C54-D230-46DF-6D389C6A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Agent table stores agent name and department like Technical or Billing.”</a:t>
            </a:r>
          </a:p>
          <a:p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91592-0A93-E1B7-F4E0-E6EAB9417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844742"/>
            <a:ext cx="5451627" cy="33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4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6158E-7039-1A6E-F19B-F78505A9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/>
              <a:t>Ticket Information</a:t>
            </a:r>
            <a:br>
              <a:rPr lang="en-US" sz="3200"/>
            </a:b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7D0F-76C9-DCDA-DD72-BAB1A8BE2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“Each ticket contains issue, status, created date, and closed date.</a:t>
            </a:r>
            <a:br>
              <a:rPr lang="en-US" sz="1600">
                <a:solidFill>
                  <a:srgbClr val="000000"/>
                </a:solidFill>
              </a:rPr>
            </a:br>
            <a:r>
              <a:rPr lang="en-US" sz="1600">
                <a:solidFill>
                  <a:srgbClr val="000000"/>
                </a:solidFill>
              </a:rPr>
              <a:t>Status can be Open, In Progress, or Closed.”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BAF57-1B7C-EC96-C1CC-C56F10C80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919702"/>
            <a:ext cx="5451627" cy="26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6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D4D2-3C3C-7657-A987-9AC99DEC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/>
              <a:t>Ticket Report using JOIN</a:t>
            </a:r>
            <a:br>
              <a:rPr lang="en-US" sz="2700"/>
            </a:b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FEEB5-3F8B-51A6-FEF4-BC1D6BBF4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“This query joins tickets, customers, and agents to show a complete ticket report.”</a:t>
            </a:r>
          </a:p>
          <a:p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75A73-41B5-CC4F-53A6-660611D21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797040"/>
            <a:ext cx="5451627" cy="294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5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AC0A-03E6-6463-821E-BE6864D3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 b="1"/>
              <a:t>Pending Ticket List</a:t>
            </a:r>
            <a:br>
              <a:rPr lang="en-US" sz="3200"/>
            </a:b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88C2-53C6-B5BC-AAF7-4D21457E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“This query shows tickets which are not closed yet, so the company can track pending issues.”</a:t>
            </a:r>
          </a:p>
          <a:p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9AC81-D2D6-696B-9093-7A245EF8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844742"/>
            <a:ext cx="5451627" cy="2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91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9E12-CF9E-A9D7-6281-CBD0BF7B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/>
              <a:t>Agent Workload Report</a:t>
            </a:r>
            <a:br>
              <a:rPr lang="en-US" sz="2700"/>
            </a:b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6892-A804-C43A-C77C-D1D48529B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“This query shows how many tickets each agent handled.”</a:t>
            </a:r>
          </a:p>
          <a:p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03C92-32EA-5DC7-87AF-C090951C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858371"/>
            <a:ext cx="5451627" cy="282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60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B10F-411A-D717-BAA7-47327685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/>
              <a:t>Top Performing Agent</a:t>
            </a:r>
            <a:br>
              <a:rPr lang="en-US" sz="2700"/>
            </a:b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059F6-8B88-D4C2-C48F-BFDB26611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“This query finds the agent who closed the highest number of tickets.”</a:t>
            </a:r>
          </a:p>
          <a:p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F08F9-8BEC-F9C7-A4FB-54A174E4B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858371"/>
            <a:ext cx="5451627" cy="282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195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</TotalTime>
  <Words>220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       Submitted by: Swathi Vimala         Course: Data Analyst / SQL         Year: 2026 </vt:lpstr>
      <vt:lpstr>Ticket Management System </vt:lpstr>
      <vt:lpstr>Why Ticket Management System?</vt:lpstr>
      <vt:lpstr>Customers</vt:lpstr>
      <vt:lpstr>Agents</vt:lpstr>
      <vt:lpstr>Ticket Information </vt:lpstr>
      <vt:lpstr>Ticket Report using JOIN </vt:lpstr>
      <vt:lpstr>Pending Ticket List </vt:lpstr>
      <vt:lpstr>Agent Workload Report </vt:lpstr>
      <vt:lpstr>Top Performing Agent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VIMALA</dc:creator>
  <cp:lastModifiedBy>S0439343</cp:lastModifiedBy>
  <cp:revision>2</cp:revision>
  <dcterms:created xsi:type="dcterms:W3CDTF">2026-02-07T05:40:14Z</dcterms:created>
  <dcterms:modified xsi:type="dcterms:W3CDTF">2026-10-14T04:56:27Z</dcterms:modified>
</cp:coreProperties>
</file>